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AI 隊友都套用此規範？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CLAUDE.md (最推薦！)：在專案根目錄下建立 CLAUDE.md 檔案，寫入這些開發偏好與常用命令。AI 每次讀取專案都會自動載入並無條件遵守，極利於團隊協作分享。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IDE 擴充套件自訂指令：在 VS Code 的 Cline / Roo Code 擴充套件設定中，將 Rules 直接貼入 Custom Instructions 欄位中。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全域 CLI 設定：將 Rules 寫入個人家目錄下的全域設定檔 (如 ~/.clauderc)，讓每次啟動 AI 時自動生效。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